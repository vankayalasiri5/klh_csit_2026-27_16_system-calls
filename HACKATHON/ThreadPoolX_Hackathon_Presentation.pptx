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4270A0"/>
                </a:solidFill>
                <a:latin typeface="Aptos"/>
              </a:defRPr>
            </a:pPr>
            <a:r>
              <a:t>OPERATING SYSTEMS • HACKATHON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1F344E"/>
                </a:solidFill>
                <a:latin typeface="Aptos"/>
              </a:defRPr>
            </a:pPr>
            <a:r>
              <a:t>Thread Pool Based</a:t>
            </a:r>
          </a:p>
          <a:p>
            <a:pPr algn="l">
              <a:spcAft>
                <a:spcPts val="700"/>
              </a:spcAft>
              <a:defRPr sz="3600" b="1">
                <a:solidFill>
                  <a:srgbClr val="1F344E"/>
                </a:solidFill>
                <a:latin typeface="Aptos"/>
              </a:defRPr>
            </a:pPr>
            <a:r>
              <a:t>Task Processing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66707A"/>
                </a:solidFill>
                <a:latin typeface="Aptos"/>
              </a:defRPr>
            </a:pPr>
            <a:r>
              <a:t>A simple system to distribute tasks among worker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4800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873752"/>
            <a:ext cx="4398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367528"/>
            <a:ext cx="4398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G. Satwika (2520090111)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V. Siri Chandana (2520090198)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983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1F344E"/>
                </a:solidFill>
                <a:latin typeface="Aptos"/>
              </a:defRPr>
            </a:pPr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0">
                <a:solidFill>
                  <a:srgbClr val="2A3038"/>
                </a:solidFill>
                <a:latin typeface="Aptos"/>
              </a:defRPr>
            </a:pPr>
            <a:r>
              <a:t>Applications often need to handle many tasks at the same time. Creating a new thread for every task can use extra memory and system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166360" cy="2240280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Current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72968"/>
            <a:ext cx="476402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Too many threads can increase overhead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Tasks may wait without proper management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It is difficult to monitor task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166360" cy="2240280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67919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3172968"/>
            <a:ext cx="476402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Keep a fixed number of worker threads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Store tasks in a shared queue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Reuse workers and track task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7E63"/>
                </a:solidFill>
                <a:latin typeface="Aptos"/>
              </a:defRPr>
            </a:pPr>
            <a:r>
              <a:t>Aim: process multiple tasks in an organized and controlled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530352" cy="530352"/>
          </a:xfrm>
          <a:prstGeom prst="ellipse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4416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25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F344E"/>
                </a:solidFill>
                <a:latin typeface="Aptos"/>
              </a:defRPr>
            </a:pPr>
            <a:r>
              <a:t>Manage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Accept one task or a batch of tasks.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94560"/>
            <a:ext cx="530352" cy="530352"/>
          </a:xfrm>
          <a:prstGeom prst="ellipse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85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F344E"/>
                </a:solidFill>
                <a:latin typeface="Aptos"/>
              </a:defRPr>
            </a:pPr>
            <a:r>
              <a:t>Reuse 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Use a fixed set of worker threads.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530352" cy="530352"/>
          </a:xfrm>
          <a:prstGeom prst="ellipse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45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F344E"/>
                </a:solidFill>
                <a:latin typeface="Aptos"/>
              </a:defRPr>
            </a:pPr>
            <a:r>
              <a:t>Use a task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Keep pending work in order.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14800"/>
            <a:ext cx="530352" cy="530352"/>
          </a:xfrm>
          <a:prstGeom prst="ellipse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05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F344E"/>
                </a:solidFill>
                <a:latin typeface="Aptos"/>
              </a:defRPr>
            </a:pPr>
            <a:r>
              <a:t>Monitor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Show pending, running, completed and failed tasks.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74920"/>
            <a:ext cx="530352" cy="530352"/>
          </a:xfrm>
          <a:prstGeom prst="ellipse">
            <a:avLst/>
          </a:prstGeom>
          <a:solidFill>
            <a:srgbClr val="42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8464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65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F344E"/>
                </a:solidFill>
                <a:latin typeface="Aptos"/>
              </a:defRPr>
            </a:pPr>
            <a:r>
              <a:t>Control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7492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Pause, resume and cancel pending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2148840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93392"/>
            <a:ext cx="1655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1.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87168"/>
            <a:ext cx="16550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User adds one or more tasks.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2880360"/>
            <a:ext cx="237744" cy="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1828800"/>
            <a:ext cx="2057400" cy="2148840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1993392"/>
            <a:ext cx="1655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2.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2487168"/>
            <a:ext cx="16550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Tasks wait in a thread-safe queue.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2880360"/>
            <a:ext cx="237744" cy="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1828800"/>
            <a:ext cx="2057400" cy="2148840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3" y="1993392"/>
            <a:ext cx="1655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3.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2487168"/>
            <a:ext cx="16550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An available worker takes a task.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78623" y="2880360"/>
            <a:ext cx="237744" cy="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52944" y="1828800"/>
            <a:ext cx="2057400" cy="2148840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993392"/>
            <a:ext cx="1655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4.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2487168"/>
            <a:ext cx="16550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Worker processes the task.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28632" y="2880360"/>
            <a:ext cx="237744" cy="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02952" y="1828800"/>
            <a:ext cx="2057400" cy="2148840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993392"/>
            <a:ext cx="1655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5.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487168"/>
            <a:ext cx="16550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Status and execution time are recorded.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F344E"/>
                </a:solidFill>
                <a:latin typeface="Aptos"/>
              </a:defRPr>
            </a:pPr>
            <a:r>
              <a:t>The same worker threads are reused for new tasks instead of creating a thread for every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6707A"/>
                </a:solidFill>
                <a:latin typeface="Aptos"/>
              </a:defRPr>
            </a:pPr>
            <a:r>
              <a:t>Tools: Python • threading • queue.Queue • Flask • HTML/CSS/JavaScript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System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43000"/>
            <a:ext cx="3749039" cy="640080"/>
          </a:xfrm>
          <a:prstGeom prst="roundRect">
            <a:avLst/>
          </a:prstGeom>
          <a:solidFill>
            <a:srgbClr val="DCE8F3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44E"/>
                </a:solidFill>
                <a:latin typeface="Aptos"/>
              </a:defRPr>
            </a:pPr>
            <a:r>
              <a:t>User / Web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331720"/>
            <a:ext cx="3749039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44E"/>
                </a:solidFill>
                <a:latin typeface="Aptos"/>
              </a:defRPr>
            </a:pPr>
            <a:r>
              <a:t>Flask Backend / Task Submitter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520440"/>
            <a:ext cx="3749039" cy="640080"/>
          </a:xfrm>
          <a:prstGeom prst="roundRect">
            <a:avLst/>
          </a:prstGeom>
          <a:solidFill>
            <a:srgbClr val="DCE8F3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44E"/>
                </a:solidFill>
                <a:latin typeface="Aptos"/>
              </a:defRPr>
            </a:pPr>
            <a:r>
              <a:t>Thread-Safe Task Queue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783080"/>
            <a:ext cx="0" cy="50292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971800"/>
            <a:ext cx="0" cy="50292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4800600"/>
            <a:ext cx="283464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44E"/>
                </a:solidFill>
                <a:latin typeface="Aptos"/>
              </a:defRPr>
            </a:pPr>
            <a:r>
              <a:t>Worker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800600"/>
            <a:ext cx="283464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44E"/>
                </a:solidFill>
                <a:latin typeface="Aptos"/>
              </a:defRPr>
            </a:pPr>
            <a:r>
              <a:t>Worker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4800600"/>
            <a:ext cx="283464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44E"/>
                </a:solidFill>
                <a:latin typeface="Aptos"/>
              </a:defRPr>
            </a:pPr>
            <a:r>
              <a:t>Worker 3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03120" y="4160520"/>
            <a:ext cx="2651760" cy="59436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4160520"/>
            <a:ext cx="0" cy="59436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06640" y="4160520"/>
            <a:ext cx="2651760" cy="594360"/>
          </a:xfrm>
          <a:prstGeom prst="line">
            <a:avLst/>
          </a:prstGeom>
          <a:ln w="25400">
            <a:solidFill>
              <a:srgbClr val="42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6707A"/>
                </a:solidFill>
                <a:latin typeface="Aptos"/>
              </a:defRPr>
            </a:pPr>
            <a:r>
              <a:t>Workers process tasks and return status updates to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166360" cy="4069080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3619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29967"/>
            <a:ext cx="476402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Reuses existing worker threads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Controls concurrent tasks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Organizes work through a queue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Makes task status easy to monitor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Demonstrates synchronization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66360" cy="4069080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3619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29967"/>
            <a:ext cx="476402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Tasks are simulated in this prototype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Task history is lost when the app stops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A fixed pool may not suit every workload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Python threads have limits for CPU-bound code due to the GIL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6707A"/>
                </a:solidFill>
                <a:latin typeface="Aptos"/>
              </a:defRPr>
            </a:pPr>
            <a:r>
              <a:t>The prototype is designed for learning and demonstration, not as a production scheduler.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Prototype and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F344E"/>
                </a:solidFill>
                <a:latin typeface="Aptos"/>
              </a:defRPr>
            </a:pPr>
            <a:r>
              <a:t>What the prototype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•  Submit a single task or a batch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•  View pending, running and completed tasks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•  See which worker handles a task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•  Pause and resume queued work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A3038"/>
                </a:solidFill>
                <a:latin typeface="Aptos"/>
              </a:defRPr>
            </a:pPr>
            <a:r>
              <a:t>•  Cancel tasks that have not started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4983480" cy="1874519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536192"/>
            <a:ext cx="4581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Demo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029967"/>
            <a:ext cx="458114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10 tasks • 3 worker threads • 3 seconds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66160"/>
            <a:ext cx="4983480" cy="1874519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730752"/>
            <a:ext cx="4581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Expected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224528"/>
            <a:ext cx="458114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Up to 3 tasks run at once. Remaining tasks wait in the queue. Approximate total time: 12 seconds plus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487E63"/>
                </a:solidFill>
                <a:latin typeface="Aptos"/>
              </a:defRPr>
            </a:pPr>
            <a:r>
              <a:t>Open http://127.0.0.1:5000 after starting app.py.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Future Scope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3977639"/>
          </a:xfrm>
          <a:prstGeom prst="roundRect">
            <a:avLst/>
          </a:prstGeom>
          <a:solidFill>
            <a:srgbClr val="EFF4F8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9047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84248"/>
            <a:ext cx="4764024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Add priority-based task scheduling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Save task history in a database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Let users change worker count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Display CPU and memory usage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• Compare sequential and threaded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3977639"/>
          </a:xfrm>
          <a:prstGeom prst="roundRect">
            <a:avLst/>
          </a:prstGeom>
          <a:solidFill>
            <a:srgbClr val="DCE8F3"/>
          </a:solidFill>
          <a:ln>
            <a:solidFill>
              <a:srgbClr val="DC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490472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4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764024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A3038"/>
                </a:solidFill>
                <a:latin typeface="Aptos"/>
              </a:defRPr>
            </a:pPr>
            <a:r>
              <a:t>ThreadPoolX shows how a fixed pool of worker threads can process multiple tasks through a shared queue. It demonstrates thread reuse, synchronization, task management and concurrent execution in a simple web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F344E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